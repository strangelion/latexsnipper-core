
<file path=[Content_Types].xml><?xml version="1.0" encoding="utf-8"?>
<Types xmlns="http://schemas.openxmlformats.org/package/2006/content-types">
  <Default Extension="xml" ContentType="application/vnd.openxmlformats-officedocument.presentationml.slide"/>
  <Default Extension="rels" ContentType="application/vnd.openxmlformats-package.relationships+xml"/>
</Types>
</file>

<file path=ppt/presentation.xml><?xml version="1.0"?>
<p:presentation xmlns:p="http://schemas.openxmlformats.org/presentationml/2006/main">
  <p:sldIdLst><p:sldId id="256" r:id="rId1"/></p:sldIdLst>
</p:presentation>
</file>

<file path=ppt/slides/_rels/slide1.xml.rels><?xml version="1.0"?>
<Relationships xmlns="http://schemas.openxmlformats.org/package/2006/relationships"/>
</file>

<file path=ppt/slides/slide1.xml><?xml version="1.0" encoding="utf-8"?>
<p:sld xmlns:p="http://schemas.openxmlformats.org/presentationml/2006/main">
  <p:spTree>
    <p:sp>
      <p:txBody>
        <a:p xmlns:a="http://schemas.openxmlformats.org/drawingml/2006/main">
          <a:r>
            <a:rPr b="1" i="1"/>
            <a:t>Hello PPTX</a:t>
          </a:r>
        </a:p>
      </p:txBody>
    </p:sp>
  </p:spTree>
</p:sld>
</file>