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D0E06-745E-067D-DEAC-2AD0267AF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BA90A2-A24F-2D2E-547A-84C647898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857C15-4D62-74D3-F1C2-DD1B68D5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C55D7-0C12-AF21-F8C4-1DFE0634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FCDFA-9C48-D55C-C0B7-624C4D24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92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FCF34-2E36-844A-05D8-91C73700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09A4E2-E8D7-2CFF-D658-777602CF0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98003-3B57-F595-FB48-EA0AC6E8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D4A03-9BE8-78F3-3BF7-90D3A5A1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3BEF1-D223-7E39-D90D-8F3EFBD2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2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52CBF-6679-6F73-8E66-1E6323CE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48334B-EFB2-DC93-E1B9-15FEBA932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FA7B3-2FFB-D3DB-0273-D31BAA88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35F823-E9A4-5F23-D747-3CDCE4B1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7F849C-A7F4-CB5B-0531-2E527CE5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53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6D372-AFD4-54BA-BE9F-E6160CE8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F7CFF-734B-99C8-FA25-B27962716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9C2241-B529-49B7-DC22-BD9C829C4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140A77-A5D1-B062-7EAE-203515BC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58AED-1258-07D0-7F0E-13E4CD2F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324B01-AF74-78C8-441B-93921F1D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45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955D5-94AB-2A58-614B-3EEDBBCA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894CA-9D72-3CC1-8F80-3536BD821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B43883-7D5C-7AA8-F388-534CA764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57D960-ED06-2A5D-A67B-558EAFABA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6DD836-26BE-674B-F2C4-252550FEE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FA7825-31B4-C8E7-2DD1-8462CC2E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77C45B-16F8-01C9-5275-92DEDBA9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79B459-3708-C655-C8DE-4C89D767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4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D239F-2EF6-644D-0930-05EF88A0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3784BB-D54C-8792-7174-7D897DF2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5EED79-5675-254E-E317-0ABF8361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BB6FEA-0653-0330-2174-CA69F448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38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6B48F7-B884-A843-52E0-2EB224B9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B92357-19C8-9842-DDE6-E063CA36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CFBC1-A2A0-A90E-CFED-C96C99EE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1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2E80C-57C6-EBD3-5A7F-73615AF77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C96EC-EAE2-597F-5600-EE02B80D6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5C32FA-D5B1-8DEC-8F6C-9519385AF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91F66C-9C3A-C85C-C45E-102C7470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9F42F9-E061-3C41-AA8A-875B2CC6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B7BFFB-2E56-0941-3317-46848627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07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8002A-C2AC-D4F6-D6E8-FA2294BD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14CBB7-CE00-C243-BE74-E699C828B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693E02-F2C4-0C89-F53F-66C5F9AD0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2A9C46-928E-4FE6-200A-DD66AA7F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B796D4-EE03-8B20-9903-3FCB62A8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1F6D3E-6A09-5E72-7E7F-C4D81613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7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CB8CD-ECB3-CF91-02EC-AF98ECDE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B865E5-A640-48CC-AA83-D745F359D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DE593-529E-8172-E6D9-EF1025EC5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C47571-413C-6763-670D-0DFE1622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3B739B-48E0-8322-499D-EEDDB073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F8046E-E23A-2849-E5B1-5DE1F9F6D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9B48D8-DD0F-5DA5-9C12-7840B169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4E4DC-65C3-8F57-68D4-67E42442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408F1-E67B-01BB-9FDC-D0C21FC7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4E21-DAD2-6652-0EDC-C0E04F84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17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0E7373-EEC3-3BD2-A1A9-81FB9653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D962B-9962-91AE-ADBD-03BFBF93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878EC-3330-9C68-02F6-99503EE70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C95E8-A661-420E-95A0-66D9AE7030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FBAC7-20A4-6F5C-957F-593467909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ADE89-53EE-F649-476A-180A3608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7AD67-4A45-4A5B-B3D4-FC7AD4854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45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EA0B8-6680-FD29-85FF-D3A279EE5D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Hello PPTX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B92C4A-6FCC-DEC5-DE33-C78EF4270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85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Hello PPTX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lion strange</dc:creator>
  <cp:lastModifiedBy>lion strange</cp:lastModifiedBy>
  <cp:revision>1</cp:revision>
  <dcterms:created xsi:type="dcterms:W3CDTF">2026-07-08T09:10:48Z</dcterms:created>
  <dcterms:modified xsi:type="dcterms:W3CDTF">2026-07-08T09:10:48Z</dcterms:modified>
</cp:coreProperties>
</file>