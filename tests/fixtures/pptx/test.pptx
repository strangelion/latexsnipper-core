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0" autoAdjust="0"/>
    <p:restoredTop sz="94660"/>
  </p:normalViewPr>
  <p:slideViewPr>
    <p:cSldViewPr snapToGrid="0">
      <p:cViewPr varScale="1">
        <p:scale>
          <a:sx n="92" d="100"/>
          <a:sy n="92" d="100"/>
        </p:scale>
        <p:origin x="18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CD0E06-745E-067D-DEAC-2AD0267AF5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BA90A2-A24F-2D2E-547A-84C647898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857C15-4D62-74D3-F1C2-DD1B68D53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6C55D7-0C12-AF21-F8C4-1DFE0634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5FCDFA-9C48-D55C-C0B7-624C4D247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921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1FCF34-2E36-844A-05D8-91C737000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09A4E2-E8D7-2CFF-D658-777602CF0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F98003-3B57-F595-FB48-EA0AC6E89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1D4A03-9BE8-78F3-3BF7-90D3A5A1D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83BEF1-D223-7E39-D90D-8F3EFBD2A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126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352CBF-6679-6F73-8E66-1E6323CEA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48334B-EFB2-DC93-E1B9-15FEBA932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EFA7B3-2FFB-D3DB-0273-D31BAA889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35F823-E9A4-5F23-D747-3CDCE4B1A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7F849C-A7F4-CB5B-0531-2E527CE5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537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B6D372-AFD4-54BA-BE9F-E6160CE83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5F7CFF-734B-99C8-FA25-B27962716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59C2241-B529-49B7-DC22-BD9C829C49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140A77-A5D1-B062-7EAE-203515BC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D58AED-1258-07D0-7F0E-13E4CD2FF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324B01-AF74-78C8-441B-93921F1DD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454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2955D5-94AB-2A58-614B-3EEDBBCAE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5894CA-9D72-3CC1-8F80-3536BD821A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4B43883-7D5C-7AA8-F388-534CA7642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357D960-ED06-2A5D-A67B-558EAFABA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6DD836-26BE-674B-F2C4-252550FEE8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FA7825-31B4-C8E7-2DD1-8462CC2E0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F77C45B-16F8-01C9-5275-92DEDBA99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B79B459-3708-C655-C8DE-4C89D767F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14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239F-2EF6-644D-0930-05EF88A01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3784BB-D54C-8792-7174-7D897DF2A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85EED79-5675-254E-E317-0ABF83614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7BB6FEA-0653-0330-2174-CA69F448B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386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6B48F7-B884-A843-52E0-2EB224B9A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DB92357-19C8-9842-DDE6-E063CA366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6CFBC1-A2A0-A90E-CFED-C96C99EE2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18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B2E80C-57C6-EBD3-5A7F-73615AF77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96EC-EAE2-597F-5600-EE02B80D6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5C32FA-D5B1-8DEC-8F6C-9519385AF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91F66C-9C3A-C85C-C45E-102C74703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9F42F9-E061-3C41-AA8A-875B2CC6C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B7BFFB-2E56-0941-3317-468486274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073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48002A-C2AC-D4F6-D6E8-FA2294BD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414CBB7-CE00-C243-BE74-E699C828B0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693E02-F2C4-0C89-F53F-66C5F9AD0B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32A9C46-928E-4FE6-200A-DD66AA7FD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FB796D4-EE03-8B20-9903-3FCB62A8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D1F6D3E-6A09-5E72-7E7F-C4D816130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76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4CB8CD-ECB3-CF91-02EC-AF98ECDE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7B865E5-A640-48CC-AA83-D745F359DB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5DE593-529E-8172-E6D9-EF1025EC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47571-413C-6763-670D-0DFE16225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3B739B-48E0-8322-499D-EEDDB0738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31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EF8046E-E23A-2849-E5B1-5DE1F9F6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29B48D8-DD0F-5DA5-9C12-7840B169B2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64E4DC-65C3-8F57-68D4-67E424423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8408F1-E67B-01BB-9FDC-D0C21FC79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684E21-DAD2-6652-0EDC-C0E04F84E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177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20E7373-EEC3-3BD2-A1A9-81FB96539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C8D962B-9962-91AE-ADBD-03BFBF937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F878EC-3330-9C68-02F6-99503EE707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DC95E8-A661-420E-95A0-66D9AE7030A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BFBAC7-20A4-6F5C-957F-593467909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BADE89-53EE-F649-476A-180A36085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47AD67-4A45-4A5B-B3D4-FC7AD48549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52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1EA0B8-6680-FD29-85FF-D3A279EE5D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/>
              <a:t>Hello PPTX</a:t>
            </a:r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B92C4A-6FCC-DEC5-DE33-C78EF42702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6B654816-03C2-314A-B38F-2235C76E40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881" y="0"/>
            <a:ext cx="9598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851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宽屏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Hello PPTX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lion strange</dc:creator>
  <cp:lastModifiedBy>lion strange</cp:lastModifiedBy>
  <cp:revision>2</cp:revision>
  <dcterms:created xsi:type="dcterms:W3CDTF">2026-07-08T09:10:48Z</dcterms:created>
  <dcterms:modified xsi:type="dcterms:W3CDTF">2026-07-09T02:25:28Z</dcterms:modified>
</cp:coreProperties>
</file>