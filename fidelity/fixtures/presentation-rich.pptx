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"/>
  </p:sldMasterIdLst>
  <p:sldIdLst>
    <p:sldId id="256" r:id="rId1"/>
  </p:sldIdLst>
  <p:sldSz cx="12192000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Master" Type="http://schemas.openxmlformats.org/officeDocument/2006/relationships/slideMaster" Target="slideMasters/slide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Relationship Id="rIdTheme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sldLayoutIdLst>
    <p:sldLayoutId id="1" r:id="rIdLayout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Relationship Id="rIdImage" Type="http://schemas.openxmlformats.org/officeDocument/2006/relationships/image" Target="../media/image1.png"/><Relationship Id="rIdNotes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"/>
          <p:cNvSpPr txBox="1"/>
          <p:nvPr/>
        </p:nvSpPr>
        <p:spPr>
          <a:xfrm>
            <a:off x="400000" y="300000"/>
            <a:ext cx="8000000" cy="60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/>
              <a:t>Presentation Fidelity Text Box</a:t>
            </a:r>
            <a:endParaRPr lang="en-US"/>
          </a:p>
        </p:txBody>
      </p:sp>
      <p:pic>
        <p:nvPicPr>
          <p:cNvPr id="3" name="image1.png"/>
          <p:cNvPicPr/>
          <p:nvPr/>
        </p:nvPicPr>
        <p:blipFill>
          <a:blip r:embed="rIdImage"/>
          <a:stretch>
            <a:fillRect/>
          </a:stretch>
        </p:blipFill>
        <p:spPr>
          <a:xfrm>
            <a:off x="400000" y="1000000"/>
            <a:ext cx="1000000" cy="10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</a:clrScheme>
    <a:fontScheme name="Office">
      <a:majorFont/>
      <a:minorFont/>
    </a:fontScheme>
    <a:fmtScheme name="Office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>
  <Application>LaTeXSnipper</Application>
</Properties>
</file>

<file path=docProps/core.xml><?xml version="1.0" encoding="utf-8"?>
<cp:coreProperties xmlns:cp="http://schemas.openxmlformats.org/package/2006/metadata/core-properties" xmlns:dc="http://purl.org/dc/elements/1.1/">
  <dc:title>Fidelity Fixture</dc:title>
</cp:coreProperties>
</file>