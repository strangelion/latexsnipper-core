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diagrams/data1.xml" ContentType="application/vnd.openxmlformats-officedocument.drawingml.diagramData+xml"/>
  <Override PartName="/ppt/embeddings/oleObject1.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/Relationships>
</file>

<file path=ppt/charts/chart1.xml><?xml version="1.0" encoding="utf-8"?>
<c:chartSpace xmlns:c="http://schemas.openxmlformats.org/drawingml/2006/chart">
  <c:chart/>
</c:chartSpace>
</file>

<file path=ppt/customXml/fidelity.xml><?xml version="1.0" encoding="utf-8"?>
<fidelity>PPTX_OPAQUE_PART</fidelity>
</file>

<file path=ppt/diagrams/data1.xml><?xml version="1.0" encoding="utf-8"?>
<dgm:dataModel xmlns:dgm="http://schemas.openxmlformats.org/drawingml/2006/diagram">SMARTART_DATA</dgm:dataModel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Relationship Id="rIdNotes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"/>
          <p:cNvSpPr txBox="1"/>
          <p:nvPr/>
        </p:nvSpPr>
        <p:spPr>
          <a:xfrm>
            <a:off x="400000" y="300000"/>
            <a:ext cx="800000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Presentation Fidelity Text Box</a:t>
            </a:r>
            <a:endParaRPr lang="en-US"/>
          </a:p>
        </p:txBody>
      </p:sp>
      <p:pic>
        <p:nvPicPr>
          <p:cNvPr id="3" name="image1.png"/>
          <p:cNvPicPr/>
          <p:nvPr/>
        </p:nvPicPr>
        <p:blipFill>
          <a:blip r:embed="rIdImage"/>
          <a:stretch>
            <a:fillRect/>
          </a:stretch>
        </p:blipFill>
        <p:spPr>
          <a:xfrm>
            <a:off x="400000" y="1000000"/>
            <a:ext cx="1000000" cy="1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</a:clrScheme>
    <a:fontScheme name="Office">
      <a:majorFont/>
      <a:minorFont/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