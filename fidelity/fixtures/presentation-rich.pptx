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embeddings/oleObject1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r:id="rIdMaster"/>
  </p:sldMasterIdLst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Master" Type="http://schemas.openxmlformats.org/officeDocument/2006/relationships/slideMaster" Target="slideMasters/slideMaster1.xml"/></Relationships>
</file>

<file path=ppt/charts/chart1.xml><?xml version="1.0" encoding="utf-8"?>
<c:chartSpace xmlns:c="http://schemas.openxmlformats.org/drawingml/2006/chart">
  <c:chart/>
</c:chartSpace>
</file>

<file path=ppt/customXml/fidelity.xml><?xml version="1.0" encoding="utf-8"?>
<fidelity>PPTX_OPAQUE_PART</fidelity>
</file>

<file path=ppt/diagrams/data1.xml><?xml version="1.0" encoding="utf-8"?>
<dgm:dataModel xmlns:dgm="http://schemas.openxmlformats.org/drawingml/2006/diagram">SMARTART_DATA</dgm:dataModel>
</file>

<file path=ppt/notesSlides/notesSlide1.xml><?xml version="1.0" encoding="utf-8"?>
<p:notes xmlns:p="http://schemas.openxmlformats.org/presentationml/2006/main">
  <p:cSld>
    <p:spTree/>
  </p:cSld>
</p:note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>
  <p:cSld/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/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image1.png"/><Relationship Id="rIdChart" Type="http://schemas.openxmlformats.org/officeDocument/2006/relationships/chart" Target="../charts/chart1.xml"/><Relationship Id="rIdOle" Type="http://schemas.openxmlformats.org/officeDocument/2006/relationships/oleObject" Target="../embeddings/oleObject1.bin"/><Relationship Id="rIdNotes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 Box"/>
        </p:nvSpPr>
        <p:spPr>
          <a:prstGeom prst="rect"/>
        </p:spPr>
        <p:txBody>
          <a:p>
            <a:r>
              <a:t>Presentation Fidelity Text Box</a:t>
            </a:r>
          </a:p>
        </p:txBody>
      </p:sp>
      <p:pic>
        <p:blipFill>
          <a:blip r:embed="rIdImage"/>
        </p:blipFill>
      </p:pic>
      <p:graphicFrame>
        <a:graphic>
          <a:graphicData>
            <a:tbl>
              <a:tr>
                <a:tc>
                  <a:txBody>
                    <a:p>
                      <a:r>
                        <a:t>Table cell</a:t>
                      </a:r>
                    </a:p>
                  </a:txBody>
                </a:tc>
              </a:tr>
            </a:tbl>
          </a:graphicData>
        </a:graphic>
      </p:graphicFrame>
      <p:graphicFrame>
        <a:graphic>
          <a:graphicData uri="chart">
            <c:chart xmlns:c="http://schemas.openxmlformats.org/drawingml/2006/chart" r:id="rIdChart"/>
          </a:graphicData>
        </a:graphic>
      </p:graphicFrame>
      <p:oleObj r:id="rIdOle"/>
    </p:spTree>
  </p:cSld>
  <p:timing>
    <p:tnLst>
      <p:par/>
    </p:tnLst>
  </p:timing>
</p:sld>
</file>

<file path=docProps/app.xml><?xml version="1.0" encoding="utf-8"?>
<Properties xmlns="http://schemas.openxmlformats.org/officeDocument/2006/extended-properties">
  <Application>LaTeXSnipper</Application>
</Properties>
</file>

<file path=docProps/core.xml><?xml version="1.0" encoding="utf-8"?>
<cp:coreProperties xmlns:cp="http://schemas.openxmlformats.org/package/2006/metadata/core-properties" xmlns:dc="http://purl.org/dc/elements/1.1/">
  <dc:title>Fidelity Fixture</dc:title>
</cp:coreProperties>
</file>