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Master"/>
  </p:sldMasterIdLst>
  <p:sldIdLst>
    <p:sldId id="256" r:id="rId1"/>
  </p:sldIdLst>
</p:presentation>
</file>

<file path=ppt/_rels/presentation.xml.rels><Relationships xmlns="http://schemas.openxmlformats.org/package/2006/relationships"><Relationship Id="rId1" Target="slides/slide1.xml"/><Relationship Id="rIdMaster" Target="slideMasters/slideMaster1.xml"/></Relationships>
</file>

<file path=ppt/charts/chart1.xml><?xml version="1.0" encoding="utf-8"?>
<c:chartSpace xmlns:c="http://schemas.openxmlformats.org/drawingml/2006/chart">
  <c:chart/>
</c:chartSpace>
</file>

<file path=ppt/customXml/fidelity.xml><?xml version="1.0" encoding="utf-8"?>
<fidelity>PPTX_OPAQUE_PART</fidelity>
</file>

<file path=ppt/diagrams/data1.xml><?xml version="1.0" encoding="utf-8"?>
<dgm:dataModel xmlns:dgm="http://schemas.openxmlformats.org/drawingml/2006/diagram">SMARTART_DATA</dgm:dataModel>
</file>

<file path=ppt/notesSlides/notesSlide1.xml><?xml version="1.0" encoding="utf-8"?>
<p:notes xmlns:p="http://schemas.openxmlformats.org/presentationml/2006/main">
  <p:cSld>
    <p:spTree/>
  </p:cSld>
</p:notes>
</file>

<file path=ppt/slideLayouts/slideLayout1.xml><?xml version="1.0" encoding="utf-8"?>
<p:sldLayout xmlns:p="http://schemas.openxmlformats.org/presentationml/2006/main">
  <p:cSld/>
</p:sldLayout>
</file>

<file path=ppt/slideMasters/slideMaster1.xml><?xml version="1.0" encoding="utf-8"?>
<p:sldMaster xmlns:p="http://schemas.openxmlformats.org/presentationml/2006/main">
  <p:cSld/>
</p:sldMaster>
</file>

<file path=ppt/slides/_rels/slide1.xml.rels><Relationships xmlns="http://schemas.openxmlformats.org/package/2006/relationships"><Relationship Id="rIdImage" Target="../media/image1.png"/><Relationship Id="rIdChart" Target="../charts/chart1.xml"/><Relationship Id="rIdOle" Target="../embeddings/oleObject1.bin"/><Relationship Id="rIdNotes" Target="../notesSlides/notesSlide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cNvPr id="2" name="Text Box"/>
        </p:nvSpPr>
        <p:spPr>
          <a:prstGeom prst="rect"/>
        </p:spPr>
        <p:txBody>
          <a:p>
            <a:r>
              <a:t>Presentation Fidelity Text Box</a:t>
            </a:r>
          </a:p>
        </p:txBody>
      </p:sp>
      <p:pic>
        <p:blipFill>
          <a:blip r:embed="rIdImage"/>
        </p:blipFill>
      </p:pic>
      <p:graphicFrame>
        <a:graphic>
          <a:graphicData>
            <a:tbl>
              <a:tr>
                <a:tc>
                  <a:txBody>
                    <a:p>
                      <a:r>
                        <a:t>Table cell</a:t>
                      </a:r>
                    </a:p>
                  </a:txBody>
                </a:tc>
              </a:tr>
            </a:tbl>
          </a:graphicData>
        </a:graphic>
      </p:graphicFrame>
      <p:graphicFrame>
        <a:graphic>
          <a:graphicData uri="chart">
            <c:chart xmlns:c="http://schemas.openxmlformats.org/drawingml/2006/chart" r:id="rIdChart"/>
          </a:graphicData>
        </a:graphic>
      </p:graphicFrame>
      <p:oleObj r:id="rIdOle"/>
    </p:spTree>
  </p:cSld>
  <p:timing>
    <p:tnLst>
      <p:par/>
    </p:tnLst>
  </p:timing>
</p:sld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